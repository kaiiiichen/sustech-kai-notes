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"/>
  </p:notesMasterIdLst>
  <p:handoutMasterIdLst>
    <p:handoutMasterId r:id="rId6"/>
  </p:handoutMasterIdLst>
  <p:sldIdLst>
    <p:sldId id="483" r:id="rId2"/>
    <p:sldId id="582" r:id="rId3"/>
    <p:sldId id="585" r:id="rId4"/>
  </p:sldIdLst>
  <p:sldSz cx="9144000" cy="6858000" type="screen4x3"/>
  <p:notesSz cx="7102475" cy="10234613"/>
  <p:defaultTextStyle>
    <a:defPPr>
      <a:defRPr lang="en-US"/>
    </a:defPPr>
    <a:lvl1pPr algn="l" defTabSz="822325" rtl="0" fontAlgn="base">
      <a:spcBef>
        <a:spcPct val="0"/>
      </a:spcBef>
      <a:spcAft>
        <a:spcPct val="0"/>
      </a:spcAft>
      <a:buFont typeface="Arial" pitchFamily="34" charset="0"/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11163" indent="46038" algn="l" defTabSz="822325" rtl="0" fontAlgn="base">
      <a:spcBef>
        <a:spcPct val="0"/>
      </a:spcBef>
      <a:spcAft>
        <a:spcPct val="0"/>
      </a:spcAft>
      <a:buFont typeface="Arial" pitchFamily="34" charset="0"/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822325" indent="92075" algn="l" defTabSz="822325" rtl="0" fontAlgn="base">
      <a:spcBef>
        <a:spcPct val="0"/>
      </a:spcBef>
      <a:spcAft>
        <a:spcPct val="0"/>
      </a:spcAft>
      <a:buFont typeface="Arial" pitchFamily="34" charset="0"/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233488" indent="138113" algn="l" defTabSz="822325" rtl="0" fontAlgn="base">
      <a:spcBef>
        <a:spcPct val="0"/>
      </a:spcBef>
      <a:spcAft>
        <a:spcPct val="0"/>
      </a:spcAft>
      <a:buFont typeface="Arial" pitchFamily="34" charset="0"/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644650" indent="184150" algn="l" defTabSz="822325" rtl="0" fontAlgn="base">
      <a:spcBef>
        <a:spcPct val="0"/>
      </a:spcBef>
      <a:spcAft>
        <a:spcPct val="0"/>
      </a:spcAft>
      <a:buFont typeface="Arial" pitchFamily="34" charset="0"/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7">
          <p15:clr>
            <a:srgbClr val="A4A3A4"/>
          </p15:clr>
        </p15:guide>
        <p15:guide id="2" pos="3205">
          <p15:clr>
            <a:srgbClr val="A4A3A4"/>
          </p15:clr>
        </p15:guide>
        <p15:guide id="3" pos="284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ayun Ye" initials="K" lastIdx="1" clrIdx="0">
    <p:extLst>
      <p:ext uri="{19B8F6BF-5375-455C-9EA6-DF929625EA0E}">
        <p15:presenceInfo xmlns:p15="http://schemas.microsoft.com/office/powerpoint/2012/main" userId="Huayun Ye" providerId="None"/>
      </p:ext>
    </p:extLst>
  </p:cmAuthor>
  <p:cmAuthor id="2" name="Kailiang Wu" initials="K" lastIdx="4" clrIdx="1">
    <p:extLst>
      <p:ext uri="{19B8F6BF-5375-455C-9EA6-DF929625EA0E}">
        <p15:presenceInfo xmlns:p15="http://schemas.microsoft.com/office/powerpoint/2012/main" userId="Kailiang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2"/>
    <a:srgbClr val="0000B5"/>
    <a:srgbClr val="E9C4C4"/>
    <a:srgbClr val="E6E8EC"/>
    <a:srgbClr val="CDBCB3"/>
    <a:srgbClr val="EBDAD1"/>
    <a:srgbClr val="E1D0C7"/>
    <a:srgbClr val="D7C6BD"/>
    <a:srgbClr val="C3B2A9"/>
    <a:srgbClr val="B9A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76322" autoAdjust="0"/>
  </p:normalViewPr>
  <p:slideViewPr>
    <p:cSldViewPr snapToGrid="0">
      <p:cViewPr varScale="1">
        <p:scale>
          <a:sx n="82" d="100"/>
          <a:sy n="82" d="100"/>
        </p:scale>
        <p:origin x="2460" y="84"/>
      </p:cViewPr>
      <p:guideLst>
        <p:guide orient="horz" pos="1997"/>
        <p:guide pos="3205"/>
        <p:guide pos="2849"/>
      </p:guideLst>
    </p:cSldViewPr>
  </p:slideViewPr>
  <p:outlineViewPr>
    <p:cViewPr>
      <p:scale>
        <a:sx n="33" d="100"/>
        <a:sy n="33" d="100"/>
      </p:scale>
      <p:origin x="0" y="3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 defTabSz="890907" fontAlgn="auto" latinLnBrk="0">
              <a:spcBef>
                <a:spcPts val="0"/>
              </a:spcBef>
              <a:spcAft>
                <a:spcPts val="0"/>
              </a:spcAft>
              <a:buFontTx/>
              <a:buNone/>
              <a:defRPr kumimoji="0" lang="zh-CN"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wrap="square" lIns="99066" tIns="49533" rIns="99066" bIns="49533" numCol="1" anchor="t" anchorCtr="0" compatLnSpc="1"/>
          <a:lstStyle>
            <a:lvl1pPr algn="r">
              <a:buFontTx/>
              <a:buNone/>
              <a:defRPr kumimoji="0"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 defTabSz="890907" fontAlgn="auto" latinLnBrk="0">
              <a:spcBef>
                <a:spcPts val="0"/>
              </a:spcBef>
              <a:spcAft>
                <a:spcPts val="0"/>
              </a:spcAft>
              <a:buFontTx/>
              <a:buNone/>
              <a:defRPr kumimoji="0" lang="zh-CN"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23A44DFD-403E-49C9-9B3B-D346C93E07B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76423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 defTabSz="890907" fontAlgn="auto" latinLnBrk="0">
              <a:spcBef>
                <a:spcPts val="0"/>
              </a:spcBef>
              <a:spcAft>
                <a:spcPts val="0"/>
              </a:spcAft>
              <a:buFontTx/>
              <a:buNone/>
              <a:defRPr kumimoji="0" lang="zh-CN"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wrap="square" lIns="99066" tIns="49533" rIns="99066" bIns="49533" numCol="1" anchor="t" anchorCtr="0" compatLnSpc="1"/>
          <a:lstStyle>
            <a:lvl1pPr algn="r">
              <a:buFontTx/>
              <a:buNone/>
              <a:defRPr kumimoji="0"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 lvl="0"/>
            <a:endParaRPr lang="zh-CN" noProof="0"/>
          </a:p>
        </p:txBody>
      </p:sp>
      <p:sp>
        <p:nvSpPr>
          <p:cNvPr id="6149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10248" y="4925407"/>
            <a:ext cx="5681980" cy="4029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zh-CN" noProof="0"/>
          </a:p>
          <a:p>
            <a:pPr lvl="1"/>
            <a:r>
              <a:rPr lang="zh-CN" altLang="en-US" noProof="0"/>
              <a:t>第二级</a:t>
            </a:r>
            <a:endParaRPr lang="zh-CN" altLang="zh-CN" noProof="0"/>
          </a:p>
          <a:p>
            <a:pPr lvl="2"/>
            <a:r>
              <a:rPr lang="zh-CN" altLang="en-US" noProof="0"/>
              <a:t>第三级</a:t>
            </a:r>
            <a:endParaRPr lang="zh-CN" altLang="zh-CN" noProof="0"/>
          </a:p>
          <a:p>
            <a:pPr lvl="3"/>
            <a:r>
              <a:rPr lang="zh-CN" altLang="en-US" noProof="0"/>
              <a:t>第四级</a:t>
            </a:r>
            <a:endParaRPr lang="zh-CN" altLang="zh-CN" noProof="0"/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 defTabSz="890907" fontAlgn="auto" latinLnBrk="0">
              <a:spcBef>
                <a:spcPts val="0"/>
              </a:spcBef>
              <a:spcAft>
                <a:spcPts val="0"/>
              </a:spcAft>
              <a:buFontTx/>
              <a:buNone/>
              <a:defRPr kumimoji="0" lang="zh-CN"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8E8772F3-12DE-4A8B-9469-914787455B2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15403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203200" rtl="0" eaLnBrk="0" fontAlgn="base" hangingPunct="0">
      <a:spcBef>
        <a:spcPct val="30000"/>
      </a:spcBef>
      <a:spcAft>
        <a:spcPct val="0"/>
      </a:spcAft>
      <a:defRPr lang="zh-CN" sz="200" kern="1200">
        <a:solidFill>
          <a:schemeClr val="tx1"/>
        </a:solidFill>
        <a:latin typeface="+mn-lt"/>
        <a:ea typeface="宋体" panose="02010600030101010101" pitchFamily="2" charset="-122"/>
        <a:cs typeface="宋体" panose="02010600030101010101" pitchFamily="2" charset="-122"/>
      </a:defRPr>
    </a:lvl1pPr>
    <a:lvl2pPr marL="101600" algn="l" defTabSz="203200" rtl="0" eaLnBrk="0" fontAlgn="base" hangingPunct="0">
      <a:spcBef>
        <a:spcPct val="30000"/>
      </a:spcBef>
      <a:spcAft>
        <a:spcPct val="0"/>
      </a:spcAft>
      <a:defRPr lang="zh-CN" sz="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2pPr>
    <a:lvl3pPr marL="203200" algn="l" defTabSz="203200" rtl="0" eaLnBrk="0" fontAlgn="base" hangingPunct="0">
      <a:spcBef>
        <a:spcPct val="30000"/>
      </a:spcBef>
      <a:spcAft>
        <a:spcPct val="0"/>
      </a:spcAft>
      <a:defRPr lang="zh-CN" sz="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3pPr>
    <a:lvl4pPr marL="304800" algn="l" defTabSz="203200" rtl="0" eaLnBrk="0" fontAlgn="base" hangingPunct="0">
      <a:spcBef>
        <a:spcPct val="30000"/>
      </a:spcBef>
      <a:spcAft>
        <a:spcPct val="0"/>
      </a:spcAft>
      <a:defRPr lang="zh-CN" sz="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4pPr>
    <a:lvl5pPr marL="407988" algn="l" defTabSz="203200" rtl="0" eaLnBrk="0" fontAlgn="base" hangingPunct="0">
      <a:spcBef>
        <a:spcPct val="30000"/>
      </a:spcBef>
      <a:spcAft>
        <a:spcPct val="0"/>
      </a:spcAft>
      <a:defRPr lang="zh-CN" sz="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5pPr>
    <a:lvl6pPr marL="510540" algn="l" defTabSz="203835" rtl="0" eaLnBrk="1" latinLnBrk="0" hangingPunct="1">
      <a:defRPr lang="zh-CN" sz="270" kern="1200">
        <a:solidFill>
          <a:schemeClr val="tx1"/>
        </a:solidFill>
        <a:latin typeface="+mn-lt"/>
        <a:ea typeface="+mn-ea"/>
        <a:cs typeface="+mn-cs"/>
      </a:defRPr>
    </a:lvl6pPr>
    <a:lvl7pPr marL="612140" algn="l" defTabSz="203835" rtl="0" eaLnBrk="1" latinLnBrk="0" hangingPunct="1">
      <a:defRPr lang="zh-CN" sz="270" kern="1200">
        <a:solidFill>
          <a:schemeClr val="tx1"/>
        </a:solidFill>
        <a:latin typeface="+mn-lt"/>
        <a:ea typeface="+mn-ea"/>
        <a:cs typeface="+mn-cs"/>
      </a:defRPr>
    </a:lvl7pPr>
    <a:lvl8pPr marL="714375" algn="l" defTabSz="203835" rtl="0" eaLnBrk="1" latinLnBrk="0" hangingPunct="1">
      <a:defRPr lang="zh-CN" sz="270" kern="1200">
        <a:solidFill>
          <a:schemeClr val="tx1"/>
        </a:solidFill>
        <a:latin typeface="+mn-lt"/>
        <a:ea typeface="+mn-ea"/>
        <a:cs typeface="+mn-cs"/>
      </a:defRPr>
    </a:lvl8pPr>
    <a:lvl9pPr marL="816610" algn="l" defTabSz="203835" rtl="0" eaLnBrk="1" latinLnBrk="0" hangingPunct="1">
      <a:defRPr lang="zh-CN" sz="2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  <p:sp>
        <p:nvSpPr>
          <p:cNvPr id="68610" name="幻灯片图像占位符 686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1" name="文本占位符 68610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14094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  <p:sp>
        <p:nvSpPr>
          <p:cNvPr id="68610" name="幻灯片图像占位符 686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1" name="文本占位符 68610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7441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noProof="1"/>
              <a:t>Click to edit Master subtitle style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1393F-7AC5-413C-8962-CF43F5CCE9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D59B20-6EE3-4A85-862C-6E0595F087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711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711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C1A58-14BE-4CAB-B326-0837B4FDA9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9356" y="1825625"/>
            <a:ext cx="3874911" cy="4351338"/>
          </a:xfrm>
        </p:spPr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9734" y="1825625"/>
            <a:ext cx="3876323" cy="4351338"/>
          </a:xfrm>
        </p:spPr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DCD4F-6B06-4A6C-954F-2877202DFE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356" y="1681163"/>
            <a:ext cx="386926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356" y="2505075"/>
            <a:ext cx="3869267" cy="3684588"/>
          </a:xfrm>
        </p:spPr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856" y="1681163"/>
            <a:ext cx="38862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856" y="2505075"/>
            <a:ext cx="3886200" cy="3684588"/>
          </a:xfrm>
        </p:spPr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C62E0-7516-47D1-95CC-2B69336EF0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FF318-351C-4A97-8C9B-4A131FEC8C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E1E1E-AC53-47CD-8D2E-6567AAC981B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356" y="457200"/>
            <a:ext cx="294922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612" y="987426"/>
            <a:ext cx="462844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356" y="2057400"/>
            <a:ext cx="294922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DF6B8-82E9-4644-85A5-F2FA092289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356" y="457200"/>
            <a:ext cx="294922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612" y="987426"/>
            <a:ext cx="4628444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356" y="2057400"/>
            <a:ext cx="294922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CF71C-EDD3-4C8C-9759-D5DC68DC2A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B1834-8C4D-4F6E-AC1E-273A3B046A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4733" y="365125"/>
            <a:ext cx="1971323" cy="5811838"/>
          </a:xfrm>
        </p:spPr>
        <p:txBody>
          <a:bodyPr vert="eaVert"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9356" y="365125"/>
            <a:ext cx="5779911" cy="5811838"/>
          </a:xfrm>
        </p:spPr>
        <p:txBody>
          <a:bodyPr vert="eaVert"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9382F-55C0-407E-8758-489752C2B6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招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3501" y="206376"/>
            <a:ext cx="6477000" cy="523863"/>
          </a:xfrm>
        </p:spPr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noProof="1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36"/>
          </p:nvPr>
        </p:nvSpPr>
        <p:spPr bwMode="auto">
          <a:xfrm>
            <a:off x="1333501" y="747626"/>
            <a:ext cx="6477000" cy="173124"/>
          </a:xfrm>
        </p:spPr>
        <p:txBody>
          <a:bodyPr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1pPr>
            <a:lvl2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2pPr>
            <a:lvl3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3pPr>
            <a:lvl4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4pPr>
            <a:lvl5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5pPr>
            <a:lvl6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6pPr>
            <a:lvl7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7pPr>
            <a:lvl8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8pPr>
            <a:lvl9pPr marL="0" indent="0" latinLnBrk="0">
              <a:spcBef>
                <a:spcPts val="0"/>
              </a:spcBef>
              <a:buNone/>
              <a:defRPr lang="zh-CN" sz="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238126" y="1219200"/>
            <a:ext cx="2667000" cy="254000"/>
          </a:xfrm>
          <a:prstGeom prst="round1Rect">
            <a:avLst/>
          </a:prstGeom>
          <a:solidFill>
            <a:schemeClr val="accent2"/>
          </a:solidFill>
        </p:spPr>
        <p:txBody>
          <a:bodyPr lIns="365760" anchor="ctr"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1pPr>
            <a:lvl2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2pPr>
            <a:lvl3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3pPr>
            <a:lvl4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4pPr>
            <a:lvl5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5pPr>
            <a:lvl6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6pPr>
            <a:lvl7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7pPr>
            <a:lvl8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8pPr>
            <a:lvl9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19" name="内容占位符 17"/>
          <p:cNvSpPr>
            <a:spLocks noGrp="1"/>
          </p:cNvSpPr>
          <p:nvPr>
            <p:ph sz="quarter" idx="24"/>
          </p:nvPr>
        </p:nvSpPr>
        <p:spPr>
          <a:xfrm>
            <a:off x="238126" y="1473200"/>
            <a:ext cx="2667000" cy="1428750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11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238126" y="3131820"/>
            <a:ext cx="2667000" cy="254000"/>
          </a:xfrm>
          <a:prstGeom prst="round1Rect">
            <a:avLst/>
          </a:prstGeom>
          <a:solidFill>
            <a:schemeClr val="accent3"/>
          </a:solidFill>
        </p:spPr>
        <p:txBody>
          <a:bodyPr lIns="365760" anchor="ctr"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1pPr>
            <a:lvl2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2pPr>
            <a:lvl3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3pPr>
            <a:lvl4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4pPr>
            <a:lvl5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5pPr>
            <a:lvl6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6pPr>
            <a:lvl7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7pPr>
            <a:lvl8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8pPr>
            <a:lvl9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20" name="内容占位符 17"/>
          <p:cNvSpPr>
            <a:spLocks noGrp="1"/>
          </p:cNvSpPr>
          <p:nvPr>
            <p:ph sz="quarter" idx="25"/>
          </p:nvPr>
        </p:nvSpPr>
        <p:spPr>
          <a:xfrm>
            <a:off x="238126" y="3385820"/>
            <a:ext cx="2667000" cy="1893368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238126" y="5381625"/>
            <a:ext cx="2667000" cy="254000"/>
          </a:xfrm>
          <a:prstGeom prst="round1Rect">
            <a:avLst/>
          </a:prstGeom>
          <a:solidFill>
            <a:schemeClr val="accent4"/>
          </a:solidFill>
        </p:spPr>
        <p:txBody>
          <a:bodyPr lIns="365760" anchor="ctr"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1pPr>
            <a:lvl2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2pPr>
            <a:lvl3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3pPr>
            <a:lvl4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4pPr>
            <a:lvl5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5pPr>
            <a:lvl6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6pPr>
            <a:lvl7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7pPr>
            <a:lvl8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8pPr>
            <a:lvl9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21" name="内容占位符 17"/>
          <p:cNvSpPr>
            <a:spLocks noGrp="1"/>
          </p:cNvSpPr>
          <p:nvPr>
            <p:ph sz="quarter" idx="26"/>
          </p:nvPr>
        </p:nvSpPr>
        <p:spPr>
          <a:xfrm>
            <a:off x="238126" y="5636895"/>
            <a:ext cx="2667000" cy="952500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15" name="文本占位符 6"/>
          <p:cNvSpPr>
            <a:spLocks noGrp="1"/>
          </p:cNvSpPr>
          <p:nvPr>
            <p:ph type="body" sz="quarter" idx="21"/>
          </p:nvPr>
        </p:nvSpPr>
        <p:spPr>
          <a:xfrm>
            <a:off x="3238501" y="1219200"/>
            <a:ext cx="2667000" cy="254000"/>
          </a:xfrm>
          <a:prstGeom prst="round1Rect">
            <a:avLst/>
          </a:prstGeom>
          <a:solidFill>
            <a:schemeClr val="accent5"/>
          </a:solidFill>
        </p:spPr>
        <p:txBody>
          <a:bodyPr lIns="365760" anchor="ctr"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1pPr>
            <a:lvl2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2pPr>
            <a:lvl3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3pPr>
            <a:lvl4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4pPr>
            <a:lvl5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5pPr>
            <a:lvl6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6pPr>
            <a:lvl7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7pPr>
            <a:lvl8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8pPr>
            <a:lvl9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22" name="内容占位符 17"/>
          <p:cNvSpPr>
            <a:spLocks noGrp="1"/>
          </p:cNvSpPr>
          <p:nvPr>
            <p:ph sz="quarter" idx="27"/>
          </p:nvPr>
        </p:nvSpPr>
        <p:spPr>
          <a:xfrm>
            <a:off x="3238501" y="1473200"/>
            <a:ext cx="2667000" cy="952500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18" name="内容占位符 17"/>
          <p:cNvSpPr>
            <a:spLocks noGrp="1"/>
          </p:cNvSpPr>
          <p:nvPr>
            <p:ph sz="quarter" idx="23"/>
          </p:nvPr>
        </p:nvSpPr>
        <p:spPr>
          <a:xfrm>
            <a:off x="3238501" y="2489201"/>
            <a:ext cx="2667000" cy="1285875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23" name="内容占位符 17"/>
          <p:cNvSpPr>
            <a:spLocks noGrp="1"/>
          </p:cNvSpPr>
          <p:nvPr>
            <p:ph sz="quarter" idx="28"/>
          </p:nvPr>
        </p:nvSpPr>
        <p:spPr>
          <a:xfrm>
            <a:off x="3238501" y="4889501"/>
            <a:ext cx="2667000" cy="365125"/>
          </a:xfrm>
        </p:spPr>
        <p:txBody>
          <a:bodyPr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9"/>
          </p:nvPr>
        </p:nvSpPr>
        <p:spPr>
          <a:xfrm>
            <a:off x="3238501" y="5381625"/>
            <a:ext cx="2667000" cy="254000"/>
          </a:xfrm>
          <a:prstGeom prst="round1Rect">
            <a:avLst/>
          </a:prstGeom>
          <a:solidFill>
            <a:schemeClr val="accent6"/>
          </a:solidFill>
        </p:spPr>
        <p:txBody>
          <a:bodyPr lIns="365760" anchor="ctr"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1pPr>
            <a:lvl2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2pPr>
            <a:lvl3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3pPr>
            <a:lvl4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4pPr>
            <a:lvl5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5pPr>
            <a:lvl6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6pPr>
            <a:lvl7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7pPr>
            <a:lvl8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8pPr>
            <a:lvl9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25" name="内容占位符 17"/>
          <p:cNvSpPr>
            <a:spLocks noGrp="1"/>
          </p:cNvSpPr>
          <p:nvPr>
            <p:ph sz="quarter" idx="30"/>
          </p:nvPr>
        </p:nvSpPr>
        <p:spPr>
          <a:xfrm>
            <a:off x="3238501" y="5636895"/>
            <a:ext cx="2667000" cy="952500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26" name="文本占位符 6"/>
          <p:cNvSpPr>
            <a:spLocks noGrp="1"/>
          </p:cNvSpPr>
          <p:nvPr>
            <p:ph type="body" sz="quarter" idx="31"/>
          </p:nvPr>
        </p:nvSpPr>
        <p:spPr>
          <a:xfrm>
            <a:off x="6229351" y="1219200"/>
            <a:ext cx="2667000" cy="254000"/>
          </a:xfrm>
          <a:prstGeom prst="round1Rect">
            <a:avLst/>
          </a:prstGeom>
          <a:solidFill>
            <a:schemeClr val="accent6"/>
          </a:solidFill>
        </p:spPr>
        <p:txBody>
          <a:bodyPr lIns="365760" anchor="ctr"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1pPr>
            <a:lvl2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2pPr>
            <a:lvl3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3pPr>
            <a:lvl4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4pPr>
            <a:lvl5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5pPr>
            <a:lvl6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6pPr>
            <a:lvl7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7pPr>
            <a:lvl8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8pPr>
            <a:lvl9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27" name="内容占位符 17"/>
          <p:cNvSpPr>
            <a:spLocks noGrp="1"/>
          </p:cNvSpPr>
          <p:nvPr>
            <p:ph sz="quarter" idx="32"/>
          </p:nvPr>
        </p:nvSpPr>
        <p:spPr>
          <a:xfrm>
            <a:off x="6229351" y="1473200"/>
            <a:ext cx="2667000" cy="1524000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28" name="内容占位符 17"/>
          <p:cNvSpPr>
            <a:spLocks noGrp="1"/>
          </p:cNvSpPr>
          <p:nvPr>
            <p:ph sz="quarter" idx="33"/>
          </p:nvPr>
        </p:nvSpPr>
        <p:spPr>
          <a:xfrm>
            <a:off x="6229351" y="3299460"/>
            <a:ext cx="2667000" cy="1524000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29" name="文本占位符 6"/>
          <p:cNvSpPr>
            <a:spLocks noGrp="1"/>
          </p:cNvSpPr>
          <p:nvPr>
            <p:ph type="body" sz="quarter" idx="34"/>
          </p:nvPr>
        </p:nvSpPr>
        <p:spPr>
          <a:xfrm>
            <a:off x="6229351" y="5381625"/>
            <a:ext cx="2667000" cy="254000"/>
          </a:xfrm>
          <a:prstGeom prst="round1Rect">
            <a:avLst/>
          </a:prstGeom>
          <a:solidFill>
            <a:schemeClr val="accent1"/>
          </a:solidFill>
        </p:spPr>
        <p:txBody>
          <a:bodyPr lIns="365760" anchor="ctr">
            <a:noAutofit/>
          </a:bodyPr>
          <a:lstStyle>
            <a:lvl1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1pPr>
            <a:lvl2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2pPr>
            <a:lvl3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3pPr>
            <a:lvl4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4pPr>
            <a:lvl5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5pPr>
            <a:lvl6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6pPr>
            <a:lvl7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7pPr>
            <a:lvl8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8pPr>
            <a:lvl9pPr marL="0" indent="0" latinLnBrk="0">
              <a:spcBef>
                <a:spcPts val="0"/>
              </a:spcBef>
              <a:buNone/>
              <a:defRPr lang="zh-CN" sz="125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</p:txBody>
      </p:sp>
      <p:sp>
        <p:nvSpPr>
          <p:cNvPr id="30" name="内容占位符 17"/>
          <p:cNvSpPr>
            <a:spLocks noGrp="1"/>
          </p:cNvSpPr>
          <p:nvPr>
            <p:ph sz="quarter" idx="35"/>
          </p:nvPr>
        </p:nvSpPr>
        <p:spPr>
          <a:xfrm>
            <a:off x="6229351" y="5636895"/>
            <a:ext cx="2667000" cy="952500"/>
          </a:xfrm>
        </p:spPr>
        <p:txBody>
          <a:bodyPr lIns="365760" tIns="182880"/>
          <a:lstStyle>
            <a:lvl1pPr latinLnBrk="0">
              <a:defRPr lang="zh-CN" baseline="0"/>
            </a:lvl1pPr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noProof="1"/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3" name="页脚占位符 3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dirty="0"/>
          </a:p>
        </p:txBody>
      </p:sp>
      <p:sp>
        <p:nvSpPr>
          <p:cNvPr id="34" name="幻灯片编号占位符 4"/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4F925-283C-4EF6-B843-500B2B224B6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867" y="206376"/>
            <a:ext cx="8026400" cy="523863"/>
          </a:xfrm>
        </p:spPr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41867" y="1511300"/>
            <a:ext cx="8026400" cy="4914900"/>
          </a:xfrm>
        </p:spPr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4EA16-8112-44E7-9F00-4C8050C73C8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9289" y="206376"/>
            <a:ext cx="7981244" cy="523863"/>
          </a:xfrm>
        </p:spPr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altLang="en-US" dirty="0"/>
          </a:p>
        </p:txBody>
      </p:sp>
      <p:sp>
        <p:nvSpPr>
          <p:cNvPr id="5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D0B83-F332-4D31-B27D-9B33F8C5693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166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9356" y="365126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29356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9356" y="6356351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buFontTx/>
              <a:buNone/>
              <a:defRPr kumimoji="0"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9656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22325" fontAlgn="auto">
              <a:spcBef>
                <a:spcPts val="0"/>
              </a:spcBef>
              <a:spcAft>
                <a:spcPts val="0"/>
              </a:spcAft>
              <a:buFontTx/>
              <a:buNone/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656" y="6356351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A6824D1-6242-4D51-A526-6C668A5357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14" r:id="rId13"/>
    <p:sldLayoutId id="2147483728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宋体" panose="02010600030101010101" pitchFamily="2" charset="-122"/>
          <a:cs typeface="宋体" panose="02010600030101010101" pitchFamily="2" charset="-122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848D4-ECDB-4391-ABF8-661B9129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90" y="1301262"/>
            <a:ext cx="8425419" cy="3938954"/>
          </a:xfrm>
        </p:spPr>
        <p:txBody>
          <a:bodyPr/>
          <a:lstStyle/>
          <a:p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b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应用微积分实验</a:t>
            </a:r>
            <a:b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作业截止日期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2024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b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612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656F59C-038E-4EAA-9591-51D592582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84" y="3838575"/>
            <a:ext cx="2895600" cy="30194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66042AD-32EB-46E9-A7FC-6C72C55F7D20}"/>
              </a:ext>
            </a:extLst>
          </p:cNvPr>
          <p:cNvSpPr txBox="1"/>
          <p:nvPr/>
        </p:nvSpPr>
        <p:spPr>
          <a:xfrm>
            <a:off x="380999" y="1293318"/>
            <a:ext cx="87630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星形线</a:t>
            </a:r>
            <a:r>
              <a:rPr lang="zh-CN" altLang="en-US" sz="2800" b="1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（</a:t>
            </a:r>
            <a:r>
              <a:rPr lang="en-US" altLang="zh-CN" sz="2800" b="1" dirty="0" err="1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astroid</a:t>
            </a:r>
            <a:r>
              <a:rPr lang="zh-CN" altLang="en-US" sz="2800" b="1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）实验</a:t>
            </a:r>
            <a:endParaRPr lang="en-US" altLang="zh-CN" sz="2800" b="1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en-US" altLang="zh-CN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(1) 0.5</a:t>
            </a:r>
            <a:r>
              <a:rPr lang="zh-CN" altLang="en-US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分 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编写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MATLAB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程序，画出星形</a:t>
            </a:r>
            <a:r>
              <a:rPr lang="zh-CN" altLang="en-US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线的如下图像</a:t>
            </a: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en-US" altLang="zh-CN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(2) 1</a:t>
            </a:r>
            <a:r>
              <a:rPr lang="zh-CN" altLang="en-US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分 </a:t>
            </a:r>
            <a:r>
              <a:rPr lang="zh-CN" altLang="en-US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用分割方法（即“以直代曲” ）、结合</a:t>
            </a:r>
            <a:r>
              <a:rPr lang="en-US" altLang="zh-CN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MATLAB</a:t>
            </a:r>
            <a:r>
              <a:rPr lang="zh-CN" altLang="en-US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程序，估算该曲线的周长。</a:t>
            </a: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分 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用数学分析（高等数学）中学过的积分方法，计算该曲线的周长，并与上面估算的值比较。</a:t>
            </a: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zh-CN" altLang="en-US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</p:txBody>
      </p:sp>
      <p:sp>
        <p:nvSpPr>
          <p:cNvPr id="10" name="标题 67585">
            <a:extLst>
              <a:ext uri="{FF2B5EF4-FFF2-40B4-BE49-F238E27FC236}">
                <a16:creationId xmlns:a16="http://schemas.microsoft.com/office/drawing/2014/main" id="{29572EB8-139A-493C-A489-522B14A3AA0B}"/>
              </a:ext>
            </a:extLst>
          </p:cNvPr>
          <p:cNvSpPr txBox="1">
            <a:spLocks/>
          </p:cNvSpPr>
          <p:nvPr/>
        </p:nvSpPr>
        <p:spPr bwMode="auto">
          <a:xfrm>
            <a:off x="380999" y="1148862"/>
            <a:ext cx="9026769" cy="604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defTabSz="914400">
              <a:buFontTx/>
            </a:pPr>
            <a:r>
              <a:rPr lang="zh-CN" altLang="en-US" b="1" u="sng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Black" panose="020B0A04020102020204" pitchFamily="34" charset="0"/>
              </a:rPr>
              <a:t>作业</a:t>
            </a:r>
            <a:r>
              <a:rPr lang="en-US" altLang="zh-CN" b="1" u="sng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Black" panose="020B0A04020102020204" pitchFamily="34" charset="0"/>
              </a:rPr>
              <a:t>3</a:t>
            </a:r>
            <a:br>
              <a:rPr lang="zh-CN" altLang="en-US" b="1" u="sng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Black" panose="020B0A04020102020204" pitchFamily="34" charset="0"/>
              </a:rPr>
            </a:br>
            <a:endParaRPr lang="zh-CN" altLang="en-US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6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7F5DE8D-8FC6-4D2A-B2AE-8BB7D429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84" y="3838575"/>
            <a:ext cx="2895600" cy="3019425"/>
          </a:xfrm>
          <a:prstGeom prst="rect">
            <a:avLst/>
          </a:prstGeom>
        </p:spPr>
      </p:pic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318925" y="946626"/>
            <a:ext cx="9026769" cy="762000"/>
          </a:xfrm>
          <a:ln/>
        </p:spPr>
        <p:txBody>
          <a:bodyPr anchor="b" anchorCtr="0"/>
          <a:lstStyle/>
          <a:p>
            <a:r>
              <a:rPr lang="zh-CN" altLang="en-US" b="1" u="sng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Black" panose="020B0A04020102020204" pitchFamily="34" charset="0"/>
              </a:rPr>
              <a:t>作业</a:t>
            </a:r>
            <a:r>
              <a:rPr lang="en-US" altLang="zh-CN" b="1" u="sng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Black" panose="020B0A04020102020204" pitchFamily="34" charset="0"/>
              </a:rPr>
              <a:t>3</a:t>
            </a:r>
            <a:br>
              <a:rPr lang="zh-CN" altLang="en-US" b="1" u="sng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Black" panose="020B0A04020102020204" pitchFamily="34" charset="0"/>
              </a:rPr>
            </a:br>
            <a:endParaRPr lang="zh-CN" altLang="en-US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6042AD-32EB-46E9-A7FC-6C72C55F7D20}"/>
              </a:ext>
            </a:extLst>
          </p:cNvPr>
          <p:cNvSpPr txBox="1"/>
          <p:nvPr/>
        </p:nvSpPr>
        <p:spPr>
          <a:xfrm>
            <a:off x="256851" y="1070580"/>
            <a:ext cx="876300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星形线</a:t>
            </a:r>
            <a:r>
              <a:rPr lang="zh-CN" altLang="en-US" sz="2800" b="1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（</a:t>
            </a:r>
            <a:r>
              <a:rPr lang="en-US" altLang="zh-CN" sz="2800" b="1" dirty="0" err="1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astroid</a:t>
            </a:r>
            <a:r>
              <a:rPr lang="zh-CN" altLang="en-US" sz="2800" b="1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）实验（续）</a:t>
            </a:r>
            <a:endParaRPr lang="en-US" altLang="zh-CN" sz="2800" b="1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zh-CN" altLang="en-US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手动计算回答上面的问题；然后根据结果，通过联想，</a:t>
            </a:r>
            <a:endParaRPr lang="en-US" altLang="zh-CN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zh-CN" altLang="en-US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猜想星形线与公交车车门的设计</a:t>
            </a:r>
            <a:endParaRPr lang="en-US" altLang="zh-CN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zh-CN" altLang="en-US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有何关系？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（提示：将“上面的切线”</a:t>
            </a: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与“一个车门的底边”联想）</a:t>
            </a: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请解释这样设计有何好处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? 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分</a:t>
            </a:r>
            <a:endParaRPr lang="en-US" altLang="zh-CN" sz="2800" dirty="0">
              <a:solidFill>
                <a:srgbClr val="FF0000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endParaRPr lang="en-US" altLang="zh-CN" sz="2800" dirty="0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结果上面的结果，请尝试设计用</a:t>
            </a: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MATLAB</a:t>
            </a:r>
            <a:r>
              <a:rPr lang="zh-CN" altLang="en-US" sz="2800" dirty="0">
                <a:latin typeface="Cambria Math" panose="02040503050406030204" charset="0"/>
                <a:cs typeface="Cambria Math" panose="02040503050406030204" charset="0"/>
                <a:sym typeface="+mn-ea"/>
              </a:rPr>
              <a:t>动画模拟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公交车门</a:t>
            </a:r>
            <a:endParaRPr lang="en-US" altLang="zh-CN" sz="2800" dirty="0">
              <a:solidFill>
                <a:schemeClr val="tx1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开门和关门的动态过程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. 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1.5</a:t>
            </a:r>
            <a:r>
              <a:rPr lang="zh-CN" altLang="en-US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分</a:t>
            </a:r>
            <a:endParaRPr lang="en-US" altLang="zh-CN" sz="2800" dirty="0">
              <a:solidFill>
                <a:srgbClr val="FF0000"/>
              </a:solidFill>
              <a:latin typeface="Cambria Math" panose="02040503050406030204" charset="0"/>
              <a:cs typeface="Cambria Math" panose="02040503050406030204" charset="0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C28433-1482-4D9B-B94E-BF80A39A2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2" y="1773289"/>
            <a:ext cx="8791326" cy="91129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9F872F5-3927-BAF8-F15E-5D65D35E41D4}"/>
              </a:ext>
            </a:extLst>
          </p:cNvPr>
          <p:cNvSpPr txBox="1"/>
          <p:nvPr/>
        </p:nvSpPr>
        <p:spPr>
          <a:xfrm>
            <a:off x="5650993" y="2149725"/>
            <a:ext cx="29589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  <a:sym typeface="+mn-ea"/>
              </a:rPr>
              <a:t>分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24549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10802</TotalTime>
  <Pages>0</Pages>
  <Words>187</Words>
  <Characters>0</Characters>
  <Application>Microsoft Office PowerPoint</Application>
  <DocSecurity>0</DocSecurity>
  <PresentationFormat>全屏显示(4:3)</PresentationFormat>
  <Lines>0</Lines>
  <Paragraphs>27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微软雅黑</vt:lpstr>
      <vt:lpstr>Arial</vt:lpstr>
      <vt:lpstr>Arial Black</vt:lpstr>
      <vt:lpstr>Calibri</vt:lpstr>
      <vt:lpstr>Calibri Light</vt:lpstr>
      <vt:lpstr>Cambria Math</vt:lpstr>
      <vt:lpstr>Template</vt:lpstr>
      <vt:lpstr>作业3  应用微积分实验 作业截止日期:  2024年10月8日  </vt:lpstr>
      <vt:lpstr>PowerPoint 演示文稿</vt:lpstr>
      <vt:lpstr>作业3 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dreamsummit</dc:creator>
  <cp:lastModifiedBy>hyids</cp:lastModifiedBy>
  <cp:revision>1766</cp:revision>
  <cp:lastPrinted>2020-03-21T02:18:48Z</cp:lastPrinted>
  <dcterms:created xsi:type="dcterms:W3CDTF">2020-01-22T01:08:34Z</dcterms:created>
  <dcterms:modified xsi:type="dcterms:W3CDTF">2024-09-25T12:20:17Z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TC040015519991</vt:lpwstr>
  </property>
  <property fmtid="{D5CDD505-2E9C-101B-9397-08002B2CF9AE}" pid="3" name="KSOProductBuildVer">
    <vt:lpwstr>2052-10.1.0.7469</vt:lpwstr>
  </property>
  <property fmtid="{D5CDD505-2E9C-101B-9397-08002B2CF9AE}" pid="4" name="KSORubyTemplateID">
    <vt:lpwstr>8</vt:lpwstr>
  </property>
</Properties>
</file>